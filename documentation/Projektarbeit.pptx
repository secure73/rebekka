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12192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030" autoAdjust="0"/>
    <p:restoredTop sz="94660"/>
  </p:normalViewPr>
  <p:slideViewPr>
    <p:cSldViewPr snapToGrid="0">
      <p:cViewPr>
        <p:scale>
          <a:sx n="110" d="100"/>
          <a:sy n="110" d="100"/>
        </p:scale>
        <p:origin x="3210" y="-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22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12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14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3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47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1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07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099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31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31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4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311EA-0D25-4BB8-8503-A80E0DC618AF}" type="datetimeFigureOut">
              <a:rPr lang="de-DE" smtClean="0"/>
              <a:t>31.07.2023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657B7-1E60-46A7-9EB5-A89D58CE35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661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191582" y="1759131"/>
            <a:ext cx="3204761" cy="4502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bgerundetes Rechteck 2"/>
          <p:cNvSpPr/>
          <p:nvPr/>
        </p:nvSpPr>
        <p:spPr>
          <a:xfrm>
            <a:off x="226416" y="1837509"/>
            <a:ext cx="3141300" cy="818605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Header</a:t>
            </a:r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191582" y="5495109"/>
            <a:ext cx="3204761" cy="7663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Footer</a:t>
            </a:r>
            <a:endParaRPr lang="de-DE" dirty="0" smtClean="0"/>
          </a:p>
        </p:txBody>
      </p:sp>
      <p:sp>
        <p:nvSpPr>
          <p:cNvPr id="5" name="Rechteck 4"/>
          <p:cNvSpPr/>
          <p:nvPr/>
        </p:nvSpPr>
        <p:spPr>
          <a:xfrm>
            <a:off x="3513902" y="1759131"/>
            <a:ext cx="3204761" cy="4502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/>
          <p:cNvSpPr/>
          <p:nvPr/>
        </p:nvSpPr>
        <p:spPr>
          <a:xfrm>
            <a:off x="3577363" y="1863633"/>
            <a:ext cx="3141300" cy="818605"/>
          </a:xfrm>
          <a:prstGeom prst="round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Header</a:t>
            </a:r>
            <a:endParaRPr lang="de-DE" dirty="0"/>
          </a:p>
        </p:txBody>
      </p:sp>
      <p:sp>
        <p:nvSpPr>
          <p:cNvPr id="14" name="Rechteck 13"/>
          <p:cNvSpPr/>
          <p:nvPr/>
        </p:nvSpPr>
        <p:spPr>
          <a:xfrm>
            <a:off x="3513900" y="5495109"/>
            <a:ext cx="3204761" cy="7663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Footer</a:t>
            </a:r>
            <a:endParaRPr lang="de-DE" dirty="0" smtClean="0"/>
          </a:p>
        </p:txBody>
      </p:sp>
      <p:sp>
        <p:nvSpPr>
          <p:cNvPr id="7" name="Rechteck 6"/>
          <p:cNvSpPr/>
          <p:nvPr/>
        </p:nvSpPr>
        <p:spPr>
          <a:xfrm rot="16200000">
            <a:off x="1645912" y="3627121"/>
            <a:ext cx="4502333" cy="7663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Sideboard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357051" y="3152504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>
          <a:xfrm>
            <a:off x="1458682" y="3152504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2560313" y="3152504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357051" y="4219303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1458682" y="4219303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560313" y="4219303"/>
            <a:ext cx="687978" cy="6879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Itembox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5" name="Abgerundetes Rechteck 14"/>
          <p:cNvSpPr/>
          <p:nvPr/>
        </p:nvSpPr>
        <p:spPr>
          <a:xfrm>
            <a:off x="4502330" y="4010297"/>
            <a:ext cx="1798312" cy="853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Update Picture</a:t>
            </a:r>
          </a:p>
        </p:txBody>
      </p:sp>
      <p:sp>
        <p:nvSpPr>
          <p:cNvPr id="16" name="Rechteck 15"/>
          <p:cNvSpPr/>
          <p:nvPr/>
        </p:nvSpPr>
        <p:spPr>
          <a:xfrm>
            <a:off x="487680" y="984069"/>
            <a:ext cx="275190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HTML Standard</a:t>
            </a:r>
          </a:p>
        </p:txBody>
      </p:sp>
      <p:sp>
        <p:nvSpPr>
          <p:cNvPr id="17" name="Rechteck 16"/>
          <p:cNvSpPr/>
          <p:nvPr/>
        </p:nvSpPr>
        <p:spPr>
          <a:xfrm>
            <a:off x="3740329" y="984069"/>
            <a:ext cx="2751902" cy="5225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User Dashboard</a:t>
            </a:r>
          </a:p>
        </p:txBody>
      </p:sp>
      <p:sp>
        <p:nvSpPr>
          <p:cNvPr id="18" name="Abgerundetes Rechteck 17"/>
          <p:cNvSpPr/>
          <p:nvPr/>
        </p:nvSpPr>
        <p:spPr>
          <a:xfrm>
            <a:off x="4532806" y="2939138"/>
            <a:ext cx="1933304" cy="6966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Update Passwort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---------------------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592183" y="6514011"/>
            <a:ext cx="2220686" cy="21771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CSS – Paddy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Item Box – Opitz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Header – Nicolo</a:t>
            </a:r>
          </a:p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Footer</a:t>
            </a:r>
            <a:r>
              <a:rPr lang="de-DE" dirty="0" smtClean="0">
                <a:solidFill>
                  <a:schemeClr val="tx1"/>
                </a:solidFill>
              </a:rPr>
              <a:t> - Rebekka 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4005937" y="6553206"/>
            <a:ext cx="2486294" cy="21771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CSS – Erich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Header- Tobi</a:t>
            </a:r>
          </a:p>
          <a:p>
            <a:pPr algn="ctr"/>
            <a:r>
              <a:rPr lang="de-DE" dirty="0" err="1" smtClean="0">
                <a:solidFill>
                  <a:schemeClr val="tx1"/>
                </a:solidFill>
              </a:rPr>
              <a:t>Footer</a:t>
            </a:r>
            <a:r>
              <a:rPr lang="de-DE" dirty="0" smtClean="0">
                <a:solidFill>
                  <a:schemeClr val="tx1"/>
                </a:solidFill>
              </a:rPr>
              <a:t> – Amiri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Update Picture – Adam</a:t>
            </a:r>
          </a:p>
          <a:p>
            <a:pPr algn="ctr"/>
            <a:r>
              <a:rPr lang="de-DE" dirty="0" smtClean="0">
                <a:solidFill>
                  <a:schemeClr val="tx1"/>
                </a:solidFill>
              </a:rPr>
              <a:t>Passwort - Deniz</a:t>
            </a: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27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Breitbild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>Deutsche Angestellten-Akademie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Patrick Klinkenbuss</dc:creator>
  <cp:lastModifiedBy>Patrick Klinkenbuss</cp:lastModifiedBy>
  <cp:revision>2</cp:revision>
  <cp:lastPrinted>2023-07-31T11:54:05Z</cp:lastPrinted>
  <dcterms:created xsi:type="dcterms:W3CDTF">2023-07-31T11:40:22Z</dcterms:created>
  <dcterms:modified xsi:type="dcterms:W3CDTF">2023-07-31T11:55:21Z</dcterms:modified>
</cp:coreProperties>
</file>